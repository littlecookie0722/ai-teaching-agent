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587fdc5e846ee" /><Relationship Type="http://schemas.openxmlformats.org/officeDocument/2006/relationships/extended-properties" Target="/docProps/app.xml" Id="R9393face9a1a42f1" /><Relationship Type="http://schemas.openxmlformats.org/officeDocument/2006/relationships/officeDocument" Target="/ppt/presentation.xml" Id="R620ec302a595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3058fe3db4c91"/>
  </p:sldMasterIdLst>
  <p:notesMasterIdLst>
    <p:notesMasterId xmlns:r="http://schemas.openxmlformats.org/officeDocument/2006/relationships" r:id="Ra5c8d57d242340d8"/>
  </p:notesMasterIdLst>
  <p:sldIdLst>
    <p:sldId xmlns:r="http://schemas.openxmlformats.org/officeDocument/2006/relationships" id="256" r:id="R5f3760dfe50f405a"/>
    <p:sldId xmlns:r="http://schemas.openxmlformats.org/officeDocument/2006/relationships" id="257" r:id="Rf3d9f9725f894cfe"/>
    <p:sldId xmlns:r="http://schemas.openxmlformats.org/officeDocument/2006/relationships" id="258" r:id="R6bf625032bf34ef1"/>
    <p:sldId xmlns:r="http://schemas.openxmlformats.org/officeDocument/2006/relationships" id="259" r:id="R9cd682eac24c4b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dc821ed19142a9" /><Relationship Type="http://schemas.openxmlformats.org/officeDocument/2006/relationships/slideMaster" Target="/ppt/slideMasters/slideMaster1.xml" Id="Rfe93058fe3db4c91" /><Relationship Type="http://schemas.openxmlformats.org/officeDocument/2006/relationships/notesMaster" Target="/ppt/notesMasters/notesMaster1.xml" Id="Ra5c8d57d242340d8" /><Relationship Type="http://schemas.openxmlformats.org/officeDocument/2006/relationships/presProps" Target="/ppt/presProps.xml" Id="R21dca8df15124504" /><Relationship Type="http://schemas.openxmlformats.org/officeDocument/2006/relationships/viewProps" Target="/ppt/viewProps.xml" Id="R6049f078fd0c421a" /><Relationship Type="http://schemas.openxmlformats.org/officeDocument/2006/relationships/tableStyles" Target="/ppt/tableStyles.xml" Id="R281e8fb6ac694d77" /><Relationship Type="http://schemas.openxmlformats.org/officeDocument/2006/relationships/slide" Target="/ppt/slides/slide1.xml" Id="R5f3760dfe50f405a" /><Relationship Type="http://schemas.openxmlformats.org/officeDocument/2006/relationships/slide" Target="/ppt/slides/slide2.xml" Id="Rf3d9f9725f894cfe" /><Relationship Type="http://schemas.openxmlformats.org/officeDocument/2006/relationships/slide" Target="/ppt/slides/slide3.xml" Id="R6bf625032bf34ef1" /><Relationship Type="http://schemas.openxmlformats.org/officeDocument/2006/relationships/slide" Target="/ppt/slides/slide4.xml" Id="R9cd682eac24c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4cde372f34e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dff97503e4d7c" /><Relationship Type="http://schemas.openxmlformats.org/officeDocument/2006/relationships/notesMaster" Target="/ppt/notesMasters/notesMaster1.xml" Id="R9561eb11d8d1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a4f7185f94b89" /><Relationship Type="http://schemas.openxmlformats.org/officeDocument/2006/relationships/notesMaster" Target="/ppt/notesMasters/notesMaster1.xml" Id="R58ba100a30794c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1dfd6925d64e6a" /><Relationship Type="http://schemas.openxmlformats.org/officeDocument/2006/relationships/notesMaster" Target="/ppt/notesMasters/notesMaster1.xml" Id="Rba1cc172e65e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b5468ff0fc4b9a" /><Relationship Type="http://schemas.openxmlformats.org/officeDocument/2006/relationships/notesMaster" Target="/ppt/notesMasters/notesMaster1.xml" Id="R9b77264fa7f5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709313b774b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d23c6b47148b8" /><Relationship Type="http://schemas.openxmlformats.org/officeDocument/2006/relationships/slideLayout" Target="/ppt/slideLayouts/slideLayout1.xml" Id="R6426219d56ce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6219d56ce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c3a1ebe524c2f" /><Relationship Type="http://schemas.openxmlformats.org/officeDocument/2006/relationships/notesSlide" Target="/ppt/notesSlides/notesSlide1.xml" Id="R25bb151aa5d7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36c8195d49e4" /><Relationship Type="http://schemas.openxmlformats.org/officeDocument/2006/relationships/notesSlide" Target="/ppt/notesSlides/notesSlide2.xml" Id="R75cd976c62e2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6adc903264fcf" /><Relationship Type="http://schemas.openxmlformats.org/officeDocument/2006/relationships/notesSlide" Target="/ppt/notesSlides/notesSlide3.xml" Id="R7036a65c1956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e768b9e0445e9" /><Relationship Type="http://schemas.openxmlformats.org/officeDocument/2006/relationships/notesSlide" Target="/ppt/notesSlides/notesSlide4.xml" Id="R81910360ce434e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4051DDE-78C7-4014-A0E2-584DAD2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F8CD3F-496F-4EFF-940F-9D03BD4C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TITLE · 中文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5F3A9-6B88-47AA-AB62-2DADBF2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工具应用入门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E309DEF-158D-4B6B-AFC2-CB5DB51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高职学生 · 5 min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888E319-E6FF-48F1-BE2C-5A7845F3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view-card">
            <a:extLst xmlns:a="http://schemas.openxmlformats.org/drawingml/2006/main">
              <a:ext uri="{FF2B5EF4-FFF2-40B4-BE49-F238E27FC236}">
                <a16:creationId xmlns:a16="http://schemas.microsoft.com/office/drawing/2014/main" id="{17B2805C-E7E8-4985-9B6B-7BEDBEA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txBody>
          <a:bodyPr xmlns:a="http://schemas.openxmlformats.org/drawingml/2006/main" lIns="209550" tIns="171450" rIns="209550" bIns="1714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generated PPT DSL artifact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Status: WAITING_REVIEW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PPTX artifact: local PoC only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E5EB6B7C-2340-48A2-A7B2-97E1E04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1/4</a:t>
            </a:r>
          </a:p>
        </p:txBody>
      </p:sp>
      <p:sp>
        <p:nvSpPr>
          <p:cNvPr id="8" name="footer-policy-1">
            <a:extLst xmlns:a="http://schemas.openxmlformats.org/drawingml/2006/main">
              <a:ext uri="{FF2B5EF4-FFF2-40B4-BE49-F238E27FC236}">
                <a16:creationId xmlns:a16="http://schemas.microsoft.com/office/drawing/2014/main" id="{2A1407E9-28A4-42B1-BCD5-C88F9B3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8649781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0E9A8FE-D3D3-468F-AE3A-D41F5A60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EFEF83-2F95-4C5C-9F65-640A6A1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1BE77-8E34-4F4B-94F1-DE0ECA9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学习目标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4AA403FE-A81E-439F-B0F5-29D17F3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F939591-79D7-4EE9-B332-BD955C8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理解 AI 编程助手的核心用途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FBC33870-A235-44C7-B6E4-F5941608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F1A68AF-9D56-4B21-8619-E8830FE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通过实践完成一次代码修改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B60CF47D-30AE-4F7F-AE08-DFD9CE3B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E612303-434F-4ACE-ADF8-6876462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验证 AI 辅助生成的代码结果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8618AF64-378D-42C9-9C05-3336D12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88E634FD-C21D-493A-A06F-32D9A1AF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2/4</a:t>
            </a:r>
          </a:p>
        </p:txBody>
      </p:sp>
      <p:sp>
        <p:nvSpPr>
          <p:cNvPr id="12" name="footer-policy-2">
            <a:extLst xmlns:a="http://schemas.openxmlformats.org/drawingml/2006/main">
              <a:ext uri="{FF2B5EF4-FFF2-40B4-BE49-F238E27FC236}">
                <a16:creationId xmlns:a16="http://schemas.microsoft.com/office/drawing/2014/main" id="{FC9671F7-F824-456A-A817-86FD08B4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5555348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E87898C-1DB6-4871-BECB-87B0E9C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6868CB-DD7F-4B44-9AC0-8BBC85F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583817-8AFF-4AE4-8E8A-8E5B4AD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实验步骤概览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C6C9D403-99CA-4767-8DBB-58C8D47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63E7688-D4E7-44B9-97BA-77539AB3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第一步：检查开发环境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999296C6-CC2D-4B3F-BF69-CE0CD77A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6D842AE-DC02-4631-A857-9A636860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第二步：阅读并分析示例代码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33F5560B-F7A6-4CDA-9E0A-59D48FE5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8A629005-8C8A-4677-9B5D-F2CF8786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第三步：使用 AI 辅助修改代码</a:t>
            </a:r>
          </a:p>
        </p:txBody>
      </p:sp>
      <p:sp>
        <p:nvSpPr>
          <p:cNvPr id="10" name="bullet-marker-4">
            <a:extLst xmlns:a="http://schemas.openxmlformats.org/drawingml/2006/main">
              <a:ext uri="{FF2B5EF4-FFF2-40B4-BE49-F238E27FC236}">
                <a16:creationId xmlns:a16="http://schemas.microsoft.com/office/drawing/2014/main" id="{338362C7-BE9A-4D87-A9E4-EFCC326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D046AEFB-DBFA-4865-A19B-1DE74C72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第四步：运行测试并验证结果</a:t>
            </a:r>
          </a:p>
        </p:txBody>
      </p:sp>
      <p:sp>
        <p:nvSpPr>
          <p:cNvPr id="12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A9421DCD-470C-4F6B-BC8D-AEDE513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16B67934-3668-4D1D-834B-5DA53829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3/4</a:t>
            </a:r>
          </a:p>
        </p:txBody>
      </p:sp>
      <p:sp>
        <p:nvSpPr>
          <p:cNvPr id="14" name="footer-policy-3">
            <a:extLst xmlns:a="http://schemas.openxmlformats.org/drawingml/2006/main">
              <a:ext uri="{FF2B5EF4-FFF2-40B4-BE49-F238E27FC236}">
                <a16:creationId xmlns:a16="http://schemas.microsoft.com/office/drawing/2014/main" id="{09C3DB79-4218-4263-8480-90A948A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351919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D4B44B0-C0B8-4E30-8A3B-2B2E7A7D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23BE12-FA08-43CB-9D61-A1C5020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SUMMARY · SLIDE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C3C2A9-F2EF-4999-A9F9-79F7611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核心要点回顾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B4E9A64E-E371-456A-83BA-B3EECF5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E07B983-2F73-4345-B23E-EFF35AE9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助手能快速补全或生成代码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CE154612-B88B-4AFB-A92C-7FE2918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82483F0-55B5-4B0D-9591-467E25C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所有生成内容必须经过人工审核（WAITING_REVIEW）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8F5BB8DE-B1A2-4795-B66A-343F998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D11E33B-6A4A-4ABB-B8F3-47B8456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通过运行代码验证功能正确性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9F357D84-3F05-4872-983D-46965160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4">
            <a:extLst xmlns:a="http://schemas.openxmlformats.org/drawingml/2006/main">
              <a:ext uri="{FF2B5EF4-FFF2-40B4-BE49-F238E27FC236}">
                <a16:creationId xmlns:a16="http://schemas.microsoft.com/office/drawing/2014/main" id="{1CC69171-DFC1-454E-8ACB-BFF39E77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4/4</a:t>
            </a:r>
          </a:p>
        </p:txBody>
      </p:sp>
      <p:sp>
        <p:nvSpPr>
          <p:cNvPr id="12" name="footer-policy-4">
            <a:extLst xmlns:a="http://schemas.openxmlformats.org/drawingml/2006/main">
              <a:ext uri="{FF2B5EF4-FFF2-40B4-BE49-F238E27FC236}">
                <a16:creationId xmlns:a16="http://schemas.microsoft.com/office/drawing/2014/main" id="{2A8B338E-5591-4FD3-8BE1-B8A8A08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45650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2026-06-11T15:37:44.8360000Z</dcterms:created>
  <dcterms:modified xsi:type="dcterms:W3CDTF">2026-06-11T15:37:44.8360000Z</dcterms:modified>
</coreProperties>
</file>