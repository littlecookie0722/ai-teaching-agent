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a6c67d8ea6412a" /><Relationship Type="http://schemas.openxmlformats.org/officeDocument/2006/relationships/extended-properties" Target="/docProps/app.xml" Id="R66d650c4d1c94ce5" /><Relationship Type="http://schemas.openxmlformats.org/officeDocument/2006/relationships/officeDocument" Target="/ppt/presentation.xml" Id="Rc772f1836e1846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0cc7028f904155"/>
  </p:sldMasterIdLst>
  <p:notesMasterIdLst>
    <p:notesMasterId xmlns:r="http://schemas.openxmlformats.org/officeDocument/2006/relationships" r:id="Rcc2b733df2e74976"/>
  </p:notesMasterIdLst>
  <p:sldIdLst>
    <p:sldId xmlns:r="http://schemas.openxmlformats.org/officeDocument/2006/relationships" id="256" r:id="R5bde022d661142b6"/>
    <p:sldId xmlns:r="http://schemas.openxmlformats.org/officeDocument/2006/relationships" id="257" r:id="R34e99fc640514a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ac92520c204972" /><Relationship Type="http://schemas.openxmlformats.org/officeDocument/2006/relationships/slideMaster" Target="/ppt/slideMasters/slideMaster1.xml" Id="R720cc7028f904155" /><Relationship Type="http://schemas.openxmlformats.org/officeDocument/2006/relationships/notesMaster" Target="/ppt/notesMasters/notesMaster1.xml" Id="Rcc2b733df2e74976" /><Relationship Type="http://schemas.openxmlformats.org/officeDocument/2006/relationships/presProps" Target="/ppt/presProps.xml" Id="R6050a1a7e6ac481f" /><Relationship Type="http://schemas.openxmlformats.org/officeDocument/2006/relationships/viewProps" Target="/ppt/viewProps.xml" Id="R7ae60a11e90d4924" /><Relationship Type="http://schemas.openxmlformats.org/officeDocument/2006/relationships/tableStyles" Target="/ppt/tableStyles.xml" Id="R2ba6672be5b9404e" /><Relationship Type="http://schemas.openxmlformats.org/officeDocument/2006/relationships/slide" Target="/ppt/slides/slide1.xml" Id="R5bde022d661142b6" /><Relationship Type="http://schemas.openxmlformats.org/officeDocument/2006/relationships/slide" Target="/ppt/slides/slide2.xml" Id="R34e99fc640514a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1ca39d389044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660952a2544c3a" /><Relationship Type="http://schemas.openxmlformats.org/officeDocument/2006/relationships/notesMaster" Target="/ppt/notesMasters/notesMaster1.xml" Id="R91f7a7c6033e4c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c2f92095e342d8" /><Relationship Type="http://schemas.openxmlformats.org/officeDocument/2006/relationships/notesMaster" Target="/ppt/notesMasters/notesMaster1.xml" Id="R7c46d7c8390147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9d8bb581347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cab93d710b4388" /><Relationship Type="http://schemas.openxmlformats.org/officeDocument/2006/relationships/slideLayout" Target="/ppt/slideLayouts/slideLayout1.xml" Id="R9a2c4905d57343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c4905d57343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ff71c4a084df3" /><Relationship Type="http://schemas.openxmlformats.org/officeDocument/2006/relationships/notesSlide" Target="/ppt/notesSlides/notesSlide1.xml" Id="Rc2bf5bba2ad744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1447cfc7343ce" /><Relationship Type="http://schemas.openxmlformats.org/officeDocument/2006/relationships/notesSlide" Target="/ppt/notesSlides/notesSlide2.xml" Id="Rd75be334a12146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EFABF92-D4D1-4F3F-B0B7-66A55536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D6FCF0-9652-4825-AABC-675A0E8F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TITLE · zh-CN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5AFC2-6E0E-4981-AE12-093EDA80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81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AI 工具应用课程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E06FB4E-3EED-43CE-A156-958CB398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实训平台 Phase 1 Mock 课件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871BB63-C8FF-42CB-9CE0-585B97E4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view-card">
            <a:extLst xmlns:a="http://schemas.openxmlformats.org/drawingml/2006/main">
              <a:ext uri="{FF2B5EF4-FFF2-40B4-BE49-F238E27FC236}">
                <a16:creationId xmlns:a16="http://schemas.microsoft.com/office/drawing/2014/main" id="{647C2D95-C5D2-4DDA-90FD-73DE9331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txBody>
          <a:bodyPr xmlns:a="http://schemas.openxmlformats.org/drawingml/2006/main" lIns="209550" tIns="171450" rIns="209550" bIns="1714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generated PPT DSL artifact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Status: WAITING_REVIEW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PPTX artifact: local PoC only</a:t>
            </a:r>
          </a:p>
        </p:txBody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2BE9B015-C121-45E3-B2C0-4D2E834C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ppt_demo · WAITING_REVIEW · 1/2</a:t>
            </a:r>
          </a:p>
        </p:txBody>
      </p:sp>
      <p:sp>
        <p:nvSpPr>
          <p:cNvPr id="8" name="footer-policy-1">
            <a:extLst xmlns:a="http://schemas.openxmlformats.org/drawingml/2006/main">
              <a:ext uri="{FF2B5EF4-FFF2-40B4-BE49-F238E27FC236}">
                <a16:creationId xmlns:a16="http://schemas.microsoft.com/office/drawing/2014/main" id="{B9745860-6722-4B74-8E58-E53D5A80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8455297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E6F87AA-1E1B-44DC-9DB5-DB6A37F0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CA1227-2D2D-4EF3-9D8B-3449D70E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CONTENT · SLIDE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73CAA7-8219-45F5-BE41-1919E084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学习目标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2E378E6A-8901-45E5-9FE6-B01C524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FC4DD16-7E9C-47EF-928D-67A9411C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理解 AI 工具的基本用途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7867841B-77E0-454E-A3A0-06BDBAD0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1898B1C-E0E8-4633-BC8C-B7D6C399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掌握 DSL 到 CLI 的基础流程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9D5EBC60-E522-480F-95C2-F755556F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F0F6E276-274C-4EEA-B800-4966FAD0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了解人工审核的重要性</a:t>
            </a:r>
          </a:p>
        </p:txBody>
      </p:sp>
      <p:sp>
        <p:nvSpPr>
          <p:cNvPr id="10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E027880D-DAD5-4B65-85CF-CB4F2DEC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A00AFFD2-1BFF-4C1E-B51F-AA5DB970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ppt_demo · WAITING_REVIEW · 2/2</a:t>
            </a:r>
          </a:p>
        </p:txBody>
      </p:sp>
      <p:sp>
        <p:nvSpPr>
          <p:cNvPr id="12" name="footer-policy-2">
            <a:extLst xmlns:a="http://schemas.openxmlformats.org/drawingml/2006/main">
              <a:ext uri="{FF2B5EF4-FFF2-40B4-BE49-F238E27FC236}">
                <a16:creationId xmlns:a16="http://schemas.microsoft.com/office/drawing/2014/main" id="{CBBC8E27-FD67-4CC8-ABE5-54435708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1178454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2026-06-08T15:27:33.2210000Z</dcterms:created>
  <dcterms:modified xsi:type="dcterms:W3CDTF">2026-06-08T15:27:33.2210000Z</dcterms:modified>
</coreProperties>
</file>