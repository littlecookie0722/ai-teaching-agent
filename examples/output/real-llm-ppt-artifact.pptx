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e9eca612194f82" /><Relationship Type="http://schemas.openxmlformats.org/officeDocument/2006/relationships/extended-properties" Target="/docProps/app.xml" Id="Re6507ce13d3a4e0a" /><Relationship Type="http://schemas.openxmlformats.org/officeDocument/2006/relationships/officeDocument" Target="/ppt/presentation.xml" Id="R3c8d79d69a0548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ab5dcabca34fb7"/>
  </p:sldMasterIdLst>
  <p:notesMasterIdLst>
    <p:notesMasterId xmlns:r="http://schemas.openxmlformats.org/officeDocument/2006/relationships" r:id="R47fe8e433ac94c5e"/>
  </p:notesMasterIdLst>
  <p:sldIdLst>
    <p:sldId xmlns:r="http://schemas.openxmlformats.org/officeDocument/2006/relationships" id="256" r:id="R7d4ef00df27c4190"/>
    <p:sldId xmlns:r="http://schemas.openxmlformats.org/officeDocument/2006/relationships" id="257" r:id="Re3d03122038841d9"/>
    <p:sldId xmlns:r="http://schemas.openxmlformats.org/officeDocument/2006/relationships" id="258" r:id="R7a8575a37fc1463f"/>
    <p:sldId xmlns:r="http://schemas.openxmlformats.org/officeDocument/2006/relationships" id="259" r:id="Rdc01eb369455458a"/>
    <p:sldId xmlns:r="http://schemas.openxmlformats.org/officeDocument/2006/relationships" id="260" r:id="R6c9f757af42e4aa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0ed8f128f14b2d" /><Relationship Type="http://schemas.openxmlformats.org/officeDocument/2006/relationships/slideMaster" Target="/ppt/slideMasters/slideMaster1.xml" Id="R68ab5dcabca34fb7" /><Relationship Type="http://schemas.openxmlformats.org/officeDocument/2006/relationships/notesMaster" Target="/ppt/notesMasters/notesMaster1.xml" Id="R47fe8e433ac94c5e" /><Relationship Type="http://schemas.openxmlformats.org/officeDocument/2006/relationships/presProps" Target="/ppt/presProps.xml" Id="R3edbd9dd47f34910" /><Relationship Type="http://schemas.openxmlformats.org/officeDocument/2006/relationships/viewProps" Target="/ppt/viewProps.xml" Id="Rb7175eff3ea44d5f" /><Relationship Type="http://schemas.openxmlformats.org/officeDocument/2006/relationships/tableStyles" Target="/ppt/tableStyles.xml" Id="Rbcbf2f770dd9471d" /><Relationship Type="http://schemas.openxmlformats.org/officeDocument/2006/relationships/slide" Target="/ppt/slides/slide1.xml" Id="R7d4ef00df27c4190" /><Relationship Type="http://schemas.openxmlformats.org/officeDocument/2006/relationships/slide" Target="/ppt/slides/slide2.xml" Id="Re3d03122038841d9" /><Relationship Type="http://schemas.openxmlformats.org/officeDocument/2006/relationships/slide" Target="/ppt/slides/slide3.xml" Id="R7a8575a37fc1463f" /><Relationship Type="http://schemas.openxmlformats.org/officeDocument/2006/relationships/slide" Target="/ppt/slides/slide4.xml" Id="Rdc01eb369455458a" /><Relationship Type="http://schemas.openxmlformats.org/officeDocument/2006/relationships/slide" Target="/ppt/slides/slide5.xml" Id="R6c9f757af42e4a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969f5e62e445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e2c9ae6cd048c2" /><Relationship Type="http://schemas.openxmlformats.org/officeDocument/2006/relationships/notesMaster" Target="/ppt/notesMasters/notesMaster1.xml" Id="R25e82b77024947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e93f31e6f445bb" /><Relationship Type="http://schemas.openxmlformats.org/officeDocument/2006/relationships/notesMaster" Target="/ppt/notesMasters/notesMaster1.xml" Id="Ra7166c5663f14e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29362fbe034af4" /><Relationship Type="http://schemas.openxmlformats.org/officeDocument/2006/relationships/notesMaster" Target="/ppt/notesMasters/notesMaster1.xml" Id="R99f78dcf65eb4a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b6b52cb0094e53" /><Relationship Type="http://schemas.openxmlformats.org/officeDocument/2006/relationships/notesMaster" Target="/ppt/notesMasters/notesMaster1.xml" Id="Rd243ee31bdb042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e917bc0a3548a1" /><Relationship Type="http://schemas.openxmlformats.org/officeDocument/2006/relationships/notesMaster" Target="/ppt/notesMasters/notesMaster1.xml" Id="R96653c00157b4f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9b494a1eb74c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b2ed6592f34850" /><Relationship Type="http://schemas.openxmlformats.org/officeDocument/2006/relationships/slideLayout" Target="/ppt/slideLayouts/slideLayout1.xml" Id="Re42ff6ebb1fc4f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2ff6ebb1fc4f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27446dd514fdf" /><Relationship Type="http://schemas.openxmlformats.org/officeDocument/2006/relationships/notesSlide" Target="/ppt/notesSlides/notesSlide1.xml" Id="R6d103e71b33b42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efd50179c4f75" /><Relationship Type="http://schemas.openxmlformats.org/officeDocument/2006/relationships/notesSlide" Target="/ppt/notesSlides/notesSlide2.xml" Id="R4d799c5ce5484a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e4883d3b549e6" /><Relationship Type="http://schemas.openxmlformats.org/officeDocument/2006/relationships/notesSlide" Target="/ppt/notesSlides/notesSlide3.xml" Id="Rdbecd77ac7be48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c2f3f14964bef" /><Relationship Type="http://schemas.openxmlformats.org/officeDocument/2006/relationships/notesSlide" Target="/ppt/notesSlides/notesSlide4.xml" Id="Rb01afa18718244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3bc3f76384edb" /><Relationship Type="http://schemas.openxmlformats.org/officeDocument/2006/relationships/notesSlide" Target="/ppt/notesSlides/notesSlide5.xml" Id="R184db5619c1d4a3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974416CF-44B4-4ECD-9C61-AD464A54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9082615-136E-41AE-B868-C3864A93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TITLE · zh-CN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118EF7-8106-4BCC-9464-229ED84F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7810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AI 工具应用入门：代码修改实验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CC1996A3-4985-4319-B171-F66855BD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高职学生 · 15 min</a:t>
            </a:r>
          </a:p>
        </p:txBody>
      </p:sp>
      <p:sp>
        <p:nvSpPr>
          <p:cNvPr id="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D6BD1B08-2A8A-438E-BE20-5A890120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view-card">
            <a:extLst xmlns:a="http://schemas.openxmlformats.org/drawingml/2006/main">
              <a:ext uri="{FF2B5EF4-FFF2-40B4-BE49-F238E27FC236}">
                <a16:creationId xmlns:a16="http://schemas.microsoft.com/office/drawing/2014/main" id="{29E83851-D530-4E1E-A655-1D2C17F9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3143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txBody>
          <a:bodyPr xmlns:a="http://schemas.openxmlformats.org/drawingml/2006/main" lIns="209550" tIns="171450" rIns="209550" bIns="1714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AI generated PPT DSL artifact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Status: WAITING_REVIEW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PPTX artifact: local PoC only</a:t>
            </a:r>
          </a:p>
        </p:txBody>
      </p:sp>
      <p:sp>
        <p:nvSpPr>
          <p:cNvPr id="7" name="footer-1">
            <a:extLst xmlns:a="http://schemas.openxmlformats.org/drawingml/2006/main">
              <a:ext uri="{FF2B5EF4-FFF2-40B4-BE49-F238E27FC236}">
                <a16:creationId xmlns:a16="http://schemas.microsoft.com/office/drawing/2014/main" id="{E4B8A5A0-2C2B-4813-8130-2E53D3AB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ppt_real_llm_demo · WAITING_REVIEW · 1/5</a:t>
            </a:r>
          </a:p>
        </p:txBody>
      </p:sp>
      <p:sp>
        <p:nvSpPr>
          <p:cNvPr id="8" name="footer-policy-1">
            <a:extLst xmlns:a="http://schemas.openxmlformats.org/drawingml/2006/main">
              <a:ext uri="{FF2B5EF4-FFF2-40B4-BE49-F238E27FC236}">
                <a16:creationId xmlns:a16="http://schemas.microsoft.com/office/drawing/2014/main" id="{511EFB0B-F4B5-4A88-A8EF-3679D90B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324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reviewRequired=true · autoPublishAllowed=false · realPublish=false</a:t>
            </a:r>
          </a:p>
        </p:txBody>
      </p:sp>
    </p:spTree>
    <p:extLst>
      <p:ext uri="{BB962C8B-B14F-4D97-AF65-F5344CB8AC3E}">
        <p14:creationId xmlns:p14="http://schemas.microsoft.com/office/powerpoint/2010/main" val="5577516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243A213D-1F6A-4658-B3A7-41AB85F7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28C1D67-3705-4352-95C5-A31C0C9C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CONTENT · SLIDE 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B826AC-7848-4A32-8ED5-615DD7EA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学习目标</a:t>
            </a:r>
          </a:p>
        </p:txBody>
      </p:sp>
      <p:sp>
        <p:nvSpPr>
          <p:cNvPr id="4" name="bullet-marker-1">
            <a:extLst xmlns:a="http://schemas.openxmlformats.org/drawingml/2006/main">
              <a:ext uri="{FF2B5EF4-FFF2-40B4-BE49-F238E27FC236}">
                <a16:creationId xmlns:a16="http://schemas.microsoft.com/office/drawing/2014/main" id="{C98BA54D-6D72-4F79-9684-20B2232E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68E5CFD3-E2C3-4C34-8798-A17B2122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理解 AI 编程助手的用途</a:t>
            </a:r>
          </a:p>
        </p:txBody>
      </p:sp>
      <p:sp>
        <p:nvSpPr>
          <p:cNvPr id="6" name="bullet-marker-2">
            <a:extLst xmlns:a="http://schemas.openxmlformats.org/drawingml/2006/main">
              <a:ext uri="{FF2B5EF4-FFF2-40B4-BE49-F238E27FC236}">
                <a16:creationId xmlns:a16="http://schemas.microsoft.com/office/drawing/2014/main" id="{D69DF1B7-D7BA-44A0-B481-85E9F2DC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F5B5F8A7-D7CA-4BB7-B56C-96520957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完成一次使用 AI 辅助进行代码修改的实验</a:t>
            </a:r>
          </a:p>
        </p:txBody>
      </p:sp>
      <p:sp>
        <p:nvSpPr>
          <p:cNvPr id="8" name="bullet-marker-3">
            <a:extLst xmlns:a="http://schemas.openxmlformats.org/drawingml/2006/main">
              <a:ext uri="{FF2B5EF4-FFF2-40B4-BE49-F238E27FC236}">
                <a16:creationId xmlns:a16="http://schemas.microsoft.com/office/drawing/2014/main" id="{6DECBF25-CDE5-4C26-BAD4-85802602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57DEF9CE-F591-4551-A6C5-754014E5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掌握代码修改与测试的基本流程</a:t>
            </a:r>
          </a:p>
        </p:txBody>
      </p:sp>
      <p:sp>
        <p:nvSpPr>
          <p:cNvPr id="10" name="review-side-rail">
            <a:extLst xmlns:a="http://schemas.openxmlformats.org/drawingml/2006/main">
              <a:ext uri="{FF2B5EF4-FFF2-40B4-BE49-F238E27FC236}">
                <a16:creationId xmlns:a16="http://schemas.microsoft.com/office/drawing/2014/main" id="{CFA2543C-9916-4DE0-9222-464880FD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52600"/>
            <a:ext cx="2343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Review checklist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DSL schema validated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Manual approval required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Real publish disabled</a:t>
            </a:r>
          </a:p>
        </p:txBody>
      </p:sp>
      <p:sp>
        <p:nvSpPr>
          <p:cNvPr id="11" name="footer-2">
            <a:extLst xmlns:a="http://schemas.openxmlformats.org/drawingml/2006/main">
              <a:ext uri="{FF2B5EF4-FFF2-40B4-BE49-F238E27FC236}">
                <a16:creationId xmlns:a16="http://schemas.microsoft.com/office/drawing/2014/main" id="{99C2DB67-8B96-42E8-8727-30000219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ppt_real_llm_demo · WAITING_REVIEW · 2/5</a:t>
            </a:r>
          </a:p>
        </p:txBody>
      </p:sp>
      <p:sp>
        <p:nvSpPr>
          <p:cNvPr id="12" name="footer-policy-2">
            <a:extLst xmlns:a="http://schemas.openxmlformats.org/drawingml/2006/main">
              <a:ext uri="{FF2B5EF4-FFF2-40B4-BE49-F238E27FC236}">
                <a16:creationId xmlns:a16="http://schemas.microsoft.com/office/drawing/2014/main" id="{E5BBA1A6-B36E-40A6-B464-5BF701AB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324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reviewRequired=true · autoPublishAllowed=false · realPublish=false</a:t>
            </a:r>
          </a:p>
        </p:txBody>
      </p:sp>
    </p:spTree>
    <p:extLst>
      <p:ext uri="{BB962C8B-B14F-4D97-AF65-F5344CB8AC3E}">
        <p14:creationId xmlns:p14="http://schemas.microsoft.com/office/powerpoint/2010/main" val="10636374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F8E7D427-9928-493F-96F9-EE754965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1EA767A-1101-452F-B1E5-0193496B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CONTENT · SLIDE 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CB57DE-485D-4D67-83E8-041AB47C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实验步骤概览</a:t>
            </a:r>
          </a:p>
        </p:txBody>
      </p:sp>
      <p:sp>
        <p:nvSpPr>
          <p:cNvPr id="4" name="bullet-marker-1">
            <a:extLst xmlns:a="http://schemas.openxmlformats.org/drawingml/2006/main">
              <a:ext uri="{FF2B5EF4-FFF2-40B4-BE49-F238E27FC236}">
                <a16:creationId xmlns:a16="http://schemas.microsoft.com/office/drawing/2014/main" id="{7C9FA946-5AED-4806-BD8E-569A0D26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D10E31FB-21F3-4FF1-B0F2-030B3A23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步骤 1: 环境检查 - 验证 Python 环境</a:t>
            </a:r>
          </a:p>
        </p:txBody>
      </p:sp>
      <p:sp>
        <p:nvSpPr>
          <p:cNvPr id="6" name="bullet-marker-2">
            <a:extLst xmlns:a="http://schemas.openxmlformats.org/drawingml/2006/main">
              <a:ext uri="{FF2B5EF4-FFF2-40B4-BE49-F238E27FC236}">
                <a16:creationId xmlns:a16="http://schemas.microsoft.com/office/drawing/2014/main" id="{45A1BEFE-229A-4D3F-927E-5281C9D6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38C24606-03D1-4511-8E91-7E390EE6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步骤 2: 阅读示例代码 - 理解 `greet` 函数</a:t>
            </a:r>
          </a:p>
        </p:txBody>
      </p:sp>
      <p:sp>
        <p:nvSpPr>
          <p:cNvPr id="8" name="bullet-marker-3">
            <a:extLst xmlns:a="http://schemas.openxmlformats.org/drawingml/2006/main">
              <a:ext uri="{FF2B5EF4-FFF2-40B4-BE49-F238E27FC236}">
                <a16:creationId xmlns:a16="http://schemas.microsoft.com/office/drawing/2014/main" id="{5AD2E7BD-0A7C-41DF-8B6A-18C6C136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FA887DD5-4320-4E6A-81FE-39F2D797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步骤 3: 使用 AI 辅助修改代码 - 设计指令获取多语言版本</a:t>
            </a:r>
          </a:p>
        </p:txBody>
      </p:sp>
      <p:sp>
        <p:nvSpPr>
          <p:cNvPr id="10" name="bullet-marker-4">
            <a:extLst xmlns:a="http://schemas.openxmlformats.org/drawingml/2006/main">
              <a:ext uri="{FF2B5EF4-FFF2-40B4-BE49-F238E27FC236}">
                <a16:creationId xmlns:a16="http://schemas.microsoft.com/office/drawing/2014/main" id="{C6BDD385-DEDC-4F3B-9692-A3C1E20A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A364A5F5-A47F-48EF-9861-6228E016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步骤 4: 应用修改并运行测试 - 验证输出 "你好, World!"</a:t>
            </a:r>
          </a:p>
        </p:txBody>
      </p:sp>
      <p:sp>
        <p:nvSpPr>
          <p:cNvPr id="12" name="review-side-rail">
            <a:extLst xmlns:a="http://schemas.openxmlformats.org/drawingml/2006/main">
              <a:ext uri="{FF2B5EF4-FFF2-40B4-BE49-F238E27FC236}">
                <a16:creationId xmlns:a16="http://schemas.microsoft.com/office/drawing/2014/main" id="{FC97A24E-262C-48F1-BFF0-E4A6F298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52600"/>
            <a:ext cx="2343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Review checklist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DSL schema validated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Manual approval required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Real publish disabled</a:t>
            </a:r>
          </a:p>
        </p:txBody>
      </p:sp>
      <p:sp>
        <p:nvSpPr>
          <p:cNvPr id="13" name="footer-3">
            <a:extLst xmlns:a="http://schemas.openxmlformats.org/drawingml/2006/main">
              <a:ext uri="{FF2B5EF4-FFF2-40B4-BE49-F238E27FC236}">
                <a16:creationId xmlns:a16="http://schemas.microsoft.com/office/drawing/2014/main" id="{3FB433B9-5371-412F-9F9F-074E72F5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ppt_real_llm_demo · WAITING_REVIEW · 3/5</a:t>
            </a:r>
          </a:p>
        </p:txBody>
      </p:sp>
      <p:sp>
        <p:nvSpPr>
          <p:cNvPr id="14" name="footer-policy-3">
            <a:extLst xmlns:a="http://schemas.openxmlformats.org/drawingml/2006/main">
              <a:ext uri="{FF2B5EF4-FFF2-40B4-BE49-F238E27FC236}">
                <a16:creationId xmlns:a16="http://schemas.microsoft.com/office/drawing/2014/main" id="{6BB5B37D-7FB8-441B-9D79-94C23E84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324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reviewRequired=true · autoPublishAllowed=false · realPublish=false</a:t>
            </a:r>
          </a:p>
        </p:txBody>
      </p:sp>
    </p:spTree>
    <p:extLst>
      <p:ext uri="{BB962C8B-B14F-4D97-AF65-F5344CB8AC3E}">
        <p14:creationId xmlns:p14="http://schemas.microsoft.com/office/powerpoint/2010/main" val="21213836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91366B99-0B20-41AD-A915-E3410EA2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1003B74-1DC9-463E-8A64-164C8F26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CONTENT · SLIDE 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AD19E9-0850-4517-8382-94A64DE8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核心概念：AI 编程助手</a:t>
            </a:r>
          </a:p>
        </p:txBody>
      </p:sp>
      <p:sp>
        <p:nvSpPr>
          <p:cNvPr id="4" name="bullet-marker-1">
            <a:extLst xmlns:a="http://schemas.openxmlformats.org/drawingml/2006/main">
              <a:ext uri="{FF2B5EF4-FFF2-40B4-BE49-F238E27FC236}">
                <a16:creationId xmlns:a16="http://schemas.microsoft.com/office/drawing/2014/main" id="{85667A9B-6C99-4F7F-8F7E-EBE7903E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BAB077A4-A381-4C45-9269-1F0F8007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AI 助手可以理解自然语言指令</a:t>
            </a:r>
          </a:p>
        </p:txBody>
      </p:sp>
      <p:sp>
        <p:nvSpPr>
          <p:cNvPr id="6" name="bullet-marker-2">
            <a:extLst xmlns:a="http://schemas.openxmlformats.org/drawingml/2006/main">
              <a:ext uri="{FF2B5EF4-FFF2-40B4-BE49-F238E27FC236}">
                <a16:creationId xmlns:a16="http://schemas.microsoft.com/office/drawing/2014/main" id="{569C2F1C-9D77-422E-8779-BC0E1FEE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D089F811-CA8D-48E3-AB51-614F51B8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能辅助生成、修改和解释代码</a:t>
            </a:r>
          </a:p>
        </p:txBody>
      </p:sp>
      <p:sp>
        <p:nvSpPr>
          <p:cNvPr id="8" name="bullet-marker-3">
            <a:extLst xmlns:a="http://schemas.openxmlformats.org/drawingml/2006/main">
              <a:ext uri="{FF2B5EF4-FFF2-40B4-BE49-F238E27FC236}">
                <a16:creationId xmlns:a16="http://schemas.microsoft.com/office/drawing/2014/main" id="{05ECDD70-6462-41AE-BF8C-A5A7BE0F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98BDC925-EDD3-44D1-A1BA-5BA243BD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提高开发效率，尤其适合初学者</a:t>
            </a:r>
          </a:p>
        </p:txBody>
      </p:sp>
      <p:sp>
        <p:nvSpPr>
          <p:cNvPr id="10" name="review-side-rail">
            <a:extLst xmlns:a="http://schemas.openxmlformats.org/drawingml/2006/main">
              <a:ext uri="{FF2B5EF4-FFF2-40B4-BE49-F238E27FC236}">
                <a16:creationId xmlns:a16="http://schemas.microsoft.com/office/drawing/2014/main" id="{A7C3DE39-3278-47CE-9311-15ED193B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52600"/>
            <a:ext cx="2343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Review checklist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DSL schema validated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Manual approval required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Real publish disabled</a:t>
            </a:r>
          </a:p>
        </p:txBody>
      </p:sp>
      <p:sp>
        <p:nvSpPr>
          <p:cNvPr id="11" name="footer-4">
            <a:extLst xmlns:a="http://schemas.openxmlformats.org/drawingml/2006/main">
              <a:ext uri="{FF2B5EF4-FFF2-40B4-BE49-F238E27FC236}">
                <a16:creationId xmlns:a16="http://schemas.microsoft.com/office/drawing/2014/main" id="{857BE747-6284-49EF-9C39-27FC220C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ppt_real_llm_demo · WAITING_REVIEW · 4/5</a:t>
            </a:r>
          </a:p>
        </p:txBody>
      </p:sp>
      <p:sp>
        <p:nvSpPr>
          <p:cNvPr id="12" name="footer-policy-4">
            <a:extLst xmlns:a="http://schemas.openxmlformats.org/drawingml/2006/main">
              <a:ext uri="{FF2B5EF4-FFF2-40B4-BE49-F238E27FC236}">
                <a16:creationId xmlns:a16="http://schemas.microsoft.com/office/drawing/2014/main" id="{0255C753-F1E4-46AE-BA03-4AEDB1BF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324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reviewRequired=true · autoPublishAllowed=false · realPublish=false</a:t>
            </a:r>
          </a:p>
        </p:txBody>
      </p:sp>
    </p:spTree>
    <p:extLst>
      <p:ext uri="{BB962C8B-B14F-4D97-AF65-F5344CB8AC3E}">
        <p14:creationId xmlns:p14="http://schemas.microsoft.com/office/powerpoint/2010/main" val="1131206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44E340F9-CE65-49AE-A010-0B9F7262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0B68A6-10A8-4B37-A652-30B48364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SUMMARY · SLIDE 5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EE7DD8-1C9B-4339-B40F-5B9D46A0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总结与展望</a:t>
            </a:r>
          </a:p>
        </p:txBody>
      </p:sp>
      <p:sp>
        <p:nvSpPr>
          <p:cNvPr id="4" name="bullet-marker-1">
            <a:extLst xmlns:a="http://schemas.openxmlformats.org/drawingml/2006/main">
              <a:ext uri="{FF2B5EF4-FFF2-40B4-BE49-F238E27FC236}">
                <a16:creationId xmlns:a16="http://schemas.microsoft.com/office/drawing/2014/main" id="{205FA729-66E1-4B64-817C-C7A0115F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5DD33B85-9442-40A4-9631-A38C7765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本次实验体验了 AI 辅助编程的完整流程</a:t>
            </a:r>
          </a:p>
        </p:txBody>
      </p:sp>
      <p:sp>
        <p:nvSpPr>
          <p:cNvPr id="6" name="bullet-marker-2">
            <a:extLst xmlns:a="http://schemas.openxmlformats.org/drawingml/2006/main">
              <a:ext uri="{FF2B5EF4-FFF2-40B4-BE49-F238E27FC236}">
                <a16:creationId xmlns:a16="http://schemas.microsoft.com/office/drawing/2014/main" id="{C387F9E9-858F-44E8-B9DF-5E9429C3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DF2F7022-E755-4489-806B-48934D1C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从环境设置到代码修改与测试</a:t>
            </a:r>
          </a:p>
        </p:txBody>
      </p:sp>
      <p:sp>
        <p:nvSpPr>
          <p:cNvPr id="8" name="bullet-marker-3">
            <a:extLst xmlns:a="http://schemas.openxmlformats.org/drawingml/2006/main">
              <a:ext uri="{FF2B5EF4-FFF2-40B4-BE49-F238E27FC236}">
                <a16:creationId xmlns:a16="http://schemas.microsoft.com/office/drawing/2014/main" id="{20B84444-51C2-402A-B80A-3302D5F1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8B81A981-EE4C-4622-8519-20BA2BF3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下一步可探索更复杂的 AI 编程任务</a:t>
            </a:r>
          </a:p>
        </p:txBody>
      </p:sp>
      <p:sp>
        <p:nvSpPr>
          <p:cNvPr id="10" name="review-side-rail">
            <a:extLst xmlns:a="http://schemas.openxmlformats.org/drawingml/2006/main">
              <a:ext uri="{FF2B5EF4-FFF2-40B4-BE49-F238E27FC236}">
                <a16:creationId xmlns:a16="http://schemas.microsoft.com/office/drawing/2014/main" id="{56309B0F-FB78-4301-B21F-F78B4852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52600"/>
            <a:ext cx="2343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Review checklist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DSL schema validated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Manual approval required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Real publish disabled</a:t>
            </a:r>
          </a:p>
        </p:txBody>
      </p:sp>
      <p:sp>
        <p:nvSpPr>
          <p:cNvPr id="11" name="footer-5">
            <a:extLst xmlns:a="http://schemas.openxmlformats.org/drawingml/2006/main">
              <a:ext uri="{FF2B5EF4-FFF2-40B4-BE49-F238E27FC236}">
                <a16:creationId xmlns:a16="http://schemas.microsoft.com/office/drawing/2014/main" id="{507069A3-0F13-458C-BBA0-24043F7F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ppt_real_llm_demo · WAITING_REVIEW · 5/5</a:t>
            </a:r>
          </a:p>
        </p:txBody>
      </p:sp>
      <p:sp>
        <p:nvSpPr>
          <p:cNvPr id="12" name="footer-policy-5">
            <a:extLst xmlns:a="http://schemas.openxmlformats.org/drawingml/2006/main">
              <a:ext uri="{FF2B5EF4-FFF2-40B4-BE49-F238E27FC236}">
                <a16:creationId xmlns:a16="http://schemas.microsoft.com/office/drawing/2014/main" id="{336DB843-1847-4176-BB51-CA5CD1FD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324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reviewRequired=true · autoPublishAllowed=false · realPublish=false</a:t>
            </a:r>
          </a:p>
        </p:txBody>
      </p:sp>
    </p:spTree>
    <p:extLst>
      <p:ext uri="{BB962C8B-B14F-4D97-AF65-F5344CB8AC3E}">
        <p14:creationId xmlns:p14="http://schemas.microsoft.com/office/powerpoint/2010/main" val="13040006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2026-06-11T06:23:33.4920000Z</dcterms:created>
  <dcterms:modified xsi:type="dcterms:W3CDTF">2026-06-11T06:23:33.4920000Z</dcterms:modified>
</coreProperties>
</file>