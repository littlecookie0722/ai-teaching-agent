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be3a0576d4d4a96" /><Relationship Type="http://schemas.openxmlformats.org/officeDocument/2006/relationships/extended-properties" Target="/docProps/app.xml" Id="R7a1a7158fce848af" /><Relationship Type="http://schemas.openxmlformats.org/officeDocument/2006/relationships/officeDocument" Target="/ppt/presentation.xml" Id="R913ec8f592ee48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9db5f2d51c14b51"/>
  </p:sldMasterIdLst>
  <p:notesMasterIdLst>
    <p:notesMasterId xmlns:r="http://schemas.openxmlformats.org/officeDocument/2006/relationships" r:id="R5e64131b65d44abd"/>
  </p:notesMasterIdLst>
  <p:sldIdLst>
    <p:sldId xmlns:r="http://schemas.openxmlformats.org/officeDocument/2006/relationships" id="256" r:id="Ra73a8591a62b4a85"/>
    <p:sldId xmlns:r="http://schemas.openxmlformats.org/officeDocument/2006/relationships" id="257" r:id="R7c2fb4770b7541e0"/>
    <p:sldId xmlns:r="http://schemas.openxmlformats.org/officeDocument/2006/relationships" id="258" r:id="R6cac1e44a7b0462d"/>
    <p:sldId xmlns:r="http://schemas.openxmlformats.org/officeDocument/2006/relationships" id="259" r:id="R30ef73c7475a4195"/>
    <p:sldId xmlns:r="http://schemas.openxmlformats.org/officeDocument/2006/relationships" id="260" r:id="Rf198d14cd2a645c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94baf1519a460e" /><Relationship Type="http://schemas.openxmlformats.org/officeDocument/2006/relationships/slideMaster" Target="/ppt/slideMasters/slideMaster1.xml" Id="Re9db5f2d51c14b51" /><Relationship Type="http://schemas.openxmlformats.org/officeDocument/2006/relationships/notesMaster" Target="/ppt/notesMasters/notesMaster1.xml" Id="R5e64131b65d44abd" /><Relationship Type="http://schemas.openxmlformats.org/officeDocument/2006/relationships/presProps" Target="/ppt/presProps.xml" Id="R0b43e3e4c36d44b7" /><Relationship Type="http://schemas.openxmlformats.org/officeDocument/2006/relationships/viewProps" Target="/ppt/viewProps.xml" Id="Rbae6e7073fc64642" /><Relationship Type="http://schemas.openxmlformats.org/officeDocument/2006/relationships/tableStyles" Target="/ppt/tableStyles.xml" Id="Rf9833d1538874ebb" /><Relationship Type="http://schemas.openxmlformats.org/officeDocument/2006/relationships/slide" Target="/ppt/slides/slide1.xml" Id="Ra73a8591a62b4a85" /><Relationship Type="http://schemas.openxmlformats.org/officeDocument/2006/relationships/slide" Target="/ppt/slides/slide2.xml" Id="R7c2fb4770b7541e0" /><Relationship Type="http://schemas.openxmlformats.org/officeDocument/2006/relationships/slide" Target="/ppt/slides/slide3.xml" Id="R6cac1e44a7b0462d" /><Relationship Type="http://schemas.openxmlformats.org/officeDocument/2006/relationships/slide" Target="/ppt/slides/slide4.xml" Id="R30ef73c7475a4195" /><Relationship Type="http://schemas.openxmlformats.org/officeDocument/2006/relationships/slide" Target="/ppt/slides/slide5.xml" Id="Rf198d14cd2a645c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3766ab8e9fd4f8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6233041e4174b10" /><Relationship Type="http://schemas.openxmlformats.org/officeDocument/2006/relationships/notesMaster" Target="/ppt/notesMasters/notesMaster1.xml" Id="R9801572293444b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5103b5e6f984416" /><Relationship Type="http://schemas.openxmlformats.org/officeDocument/2006/relationships/notesMaster" Target="/ppt/notesMasters/notesMaster1.xml" Id="R1d9e5395d2f5434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80b95e4b404f02" /><Relationship Type="http://schemas.openxmlformats.org/officeDocument/2006/relationships/notesMaster" Target="/ppt/notesMasters/notesMaster1.xml" Id="R770180848bab4a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f343f141fa047f0" /><Relationship Type="http://schemas.openxmlformats.org/officeDocument/2006/relationships/notesMaster" Target="/ppt/notesMasters/notesMaster1.xml" Id="R1f063a9ed19748d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3a3e33467fe49b0" /><Relationship Type="http://schemas.openxmlformats.org/officeDocument/2006/relationships/notesMaster" Target="/ppt/notesMasters/notesMaster1.xml" Id="R4b4021cd7c9a49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6ef80756d4a4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79d934969845b5" /><Relationship Type="http://schemas.openxmlformats.org/officeDocument/2006/relationships/slideLayout" Target="/ppt/slideLayouts/slideLayout1.xml" Id="R6e470edfe5c64f4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e470edfe5c64f4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782847aeb647cf" /><Relationship Type="http://schemas.openxmlformats.org/officeDocument/2006/relationships/notesSlide" Target="/ppt/notesSlides/notesSlide1.xml" Id="Rdc9e898ed682411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285dddac784cf9" /><Relationship Type="http://schemas.openxmlformats.org/officeDocument/2006/relationships/notesSlide" Target="/ppt/notesSlides/notesSlide2.xml" Id="Re375da5c8d8b480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9df9c111864e63" /><Relationship Type="http://schemas.openxmlformats.org/officeDocument/2006/relationships/notesSlide" Target="/ppt/notesSlides/notesSlide3.xml" Id="Re5ef8ec2ad30418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3fe94c42764633" /><Relationship Type="http://schemas.openxmlformats.org/officeDocument/2006/relationships/notesSlide" Target="/ppt/notesSlides/notesSlide4.xml" Id="R8c89ee20708a47c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7d163bedc243dd" /><Relationship Type="http://schemas.openxmlformats.org/officeDocument/2006/relationships/notesSlide" Target="/ppt/notesSlides/notesSlide5.xml" Id="R63430e8e1f4544a0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2696D873-F7DC-4C78-8C8A-E6427049B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4ABB0007-01F5-4B64-8AED-91A565357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04850"/>
            <a:ext cx="495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TITLE · zh-CN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C7A52D-DEB1-48E3-BBC4-983B94BD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7810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AI 工具应用入门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00B0FED7-A931-4BCA-B415-BA15D7EF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765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平台开发者 · 10 min</a:t>
            </a:r>
          </a:p>
        </p:txBody>
      </p:sp>
      <p:sp>
        <p:nvSpPr>
          <p:cNvPr id="5" name="accent-rule">
            <a:extLst xmlns:a="http://schemas.openxmlformats.org/drawingml/2006/main">
              <a:ext uri="{FF2B5EF4-FFF2-40B4-BE49-F238E27FC236}">
                <a16:creationId xmlns:a16="http://schemas.microsoft.com/office/drawing/2014/main" id="{AFF0A3A0-FCE3-4DEE-8E4D-FC31F306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10000"/>
            <a:ext cx="3429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review-card">
            <a:extLst xmlns:a="http://schemas.openxmlformats.org/drawingml/2006/main">
              <a:ext uri="{FF2B5EF4-FFF2-40B4-BE49-F238E27FC236}">
                <a16:creationId xmlns:a16="http://schemas.microsoft.com/office/drawing/2014/main" id="{B3A428A2-CD06-479B-A1A1-EDA5A8A7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00200"/>
            <a:ext cx="3143250" cy="1676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0EA"/>
            </a:solidFill>
            <a:prstDash val="solid"/>
          </a:ln>
        </p:spPr>
        <p:txBody>
          <a:bodyPr xmlns:a="http://schemas.openxmlformats.org/drawingml/2006/main" lIns="209550" tIns="171450" rIns="209550" bIns="17145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AI generated PPT DSL artifact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Status: WAITING_REVIEW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PPTX artifact: local PoC only</a:t>
            </a:r>
          </a:p>
        </p:txBody>
      </p:sp>
      <p:sp>
        <p:nvSpPr>
          <p:cNvPr id="7" name="footer-1">
            <a:extLst xmlns:a="http://schemas.openxmlformats.org/drawingml/2006/main">
              <a:ext uri="{FF2B5EF4-FFF2-40B4-BE49-F238E27FC236}">
                <a16:creationId xmlns:a16="http://schemas.microsoft.com/office/drawing/2014/main" id="{7E3F2C7D-E7A2-408F-8A91-31B2C8E40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ppt_real_llm_demo · WAITING_REVIEW · 1/5</a:t>
            </a:r>
          </a:p>
        </p:txBody>
      </p:sp>
      <p:sp>
        <p:nvSpPr>
          <p:cNvPr id="8" name="footer-policy-1">
            <a:extLst xmlns:a="http://schemas.openxmlformats.org/drawingml/2006/main">
              <a:ext uri="{FF2B5EF4-FFF2-40B4-BE49-F238E27FC236}">
                <a16:creationId xmlns:a16="http://schemas.microsoft.com/office/drawing/2014/main" id="{054A624E-36D4-4139-9060-56329073C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24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reviewRequired=true · autoPublishAllowed=false · realPublish=false</a:t>
            </a:r>
          </a:p>
        </p:txBody>
      </p:sp>
    </p:spTree>
    <p:extLst>
      <p:ext uri="{BB962C8B-B14F-4D97-AF65-F5344CB8AC3E}">
        <p14:creationId xmlns:p14="http://schemas.microsoft.com/office/powerpoint/2010/main" val="46090814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4AC4B55F-BE85-4D46-A667-065549BD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ADBF7DFF-D844-4334-94CB-FBE2CF64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CONTENT · SLIDE 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BE652CC-6485-45E0-A60D-4ADBA640B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学习目标</a:t>
            </a:r>
          </a:p>
        </p:txBody>
      </p:sp>
      <p:sp>
        <p:nvSpPr>
          <p:cNvPr id="4" name="bullet-marker-1">
            <a:extLst xmlns:a="http://schemas.openxmlformats.org/drawingml/2006/main">
              <a:ext uri="{FF2B5EF4-FFF2-40B4-BE49-F238E27FC236}">
                <a16:creationId xmlns:a16="http://schemas.microsoft.com/office/drawing/2014/main" id="{FF04E979-02DC-439D-AB3C-C0F2BD0A4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2F7F7B10-5982-45ED-95EB-0EA7DDF41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理解 AI 编程助手的核心用途</a:t>
            </a:r>
          </a:p>
        </p:txBody>
      </p:sp>
      <p:sp>
        <p:nvSpPr>
          <p:cNvPr id="6" name="bullet-marker-2">
            <a:extLst xmlns:a="http://schemas.openxmlformats.org/drawingml/2006/main">
              <a:ext uri="{FF2B5EF4-FFF2-40B4-BE49-F238E27FC236}">
                <a16:creationId xmlns:a16="http://schemas.microsoft.com/office/drawing/2014/main" id="{1BB4C72C-58CD-44B7-A91E-68FAB2156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FE2FEA69-7823-40EB-914F-989431202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熟悉一个完整的代码修改工作流</a:t>
            </a:r>
          </a:p>
        </p:txBody>
      </p:sp>
      <p:sp>
        <p:nvSpPr>
          <p:cNvPr id="8" name="bullet-marker-3">
            <a:extLst xmlns:a="http://schemas.openxmlformats.org/drawingml/2006/main">
              <a:ext uri="{FF2B5EF4-FFF2-40B4-BE49-F238E27FC236}">
                <a16:creationId xmlns:a16="http://schemas.microsoft.com/office/drawing/2014/main" id="{39821308-4893-4C4E-894C-1902A2C20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C1B04627-CB6C-4B30-9851-4D5157B96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完成一次从环境检查到测试验证的实验</a:t>
            </a:r>
          </a:p>
        </p:txBody>
      </p:sp>
      <p:sp>
        <p:nvSpPr>
          <p:cNvPr id="10" name="review-side-rail">
            <a:extLst xmlns:a="http://schemas.openxmlformats.org/drawingml/2006/main">
              <a:ext uri="{FF2B5EF4-FFF2-40B4-BE49-F238E27FC236}">
                <a16:creationId xmlns:a16="http://schemas.microsoft.com/office/drawing/2014/main" id="{E60410AF-9A70-4473-BF9E-3346D04C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52600"/>
            <a:ext cx="2343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Review checklist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DSL schema validated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Manual approval required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Real publish disabled</a:t>
            </a:r>
          </a:p>
        </p:txBody>
      </p:sp>
      <p:sp>
        <p:nvSpPr>
          <p:cNvPr id="11" name="footer-2">
            <a:extLst xmlns:a="http://schemas.openxmlformats.org/drawingml/2006/main">
              <a:ext uri="{FF2B5EF4-FFF2-40B4-BE49-F238E27FC236}">
                <a16:creationId xmlns:a16="http://schemas.microsoft.com/office/drawing/2014/main" id="{FFD730B4-AF84-45D0-BC4A-4FA429946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ppt_real_llm_demo · WAITING_REVIEW · 2/5</a:t>
            </a:r>
          </a:p>
        </p:txBody>
      </p:sp>
      <p:sp>
        <p:nvSpPr>
          <p:cNvPr id="12" name="footer-policy-2">
            <a:extLst xmlns:a="http://schemas.openxmlformats.org/drawingml/2006/main">
              <a:ext uri="{FF2B5EF4-FFF2-40B4-BE49-F238E27FC236}">
                <a16:creationId xmlns:a16="http://schemas.microsoft.com/office/drawing/2014/main" id="{4A3DFE15-ACF7-4E87-A272-387AF0575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24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reviewRequired=true · autoPublishAllowed=false · realPublish=false</a:t>
            </a:r>
          </a:p>
        </p:txBody>
      </p:sp>
    </p:spTree>
    <p:extLst>
      <p:ext uri="{BB962C8B-B14F-4D97-AF65-F5344CB8AC3E}">
        <p14:creationId xmlns:p14="http://schemas.microsoft.com/office/powerpoint/2010/main" val="9697016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C7A33B79-2669-426E-B860-5FC6A6093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FC1F9E9B-1FED-4818-905C-265029642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CONTENT · SLIDE 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3D5164-DFF7-4F2F-B7F6-81E96E900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实验流程概览</a:t>
            </a:r>
          </a:p>
        </p:txBody>
      </p:sp>
      <p:sp>
        <p:nvSpPr>
          <p:cNvPr id="4" name="bullet-marker-1">
            <a:extLst xmlns:a="http://schemas.openxmlformats.org/drawingml/2006/main">
              <a:ext uri="{FF2B5EF4-FFF2-40B4-BE49-F238E27FC236}">
                <a16:creationId xmlns:a16="http://schemas.microsoft.com/office/drawing/2014/main" id="{9AA63777-9E47-464D-BD6C-973DA623B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C42D820F-E912-4956-9185-994C51E77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步骤1：检查开发环境</a:t>
            </a:r>
          </a:p>
        </p:txBody>
      </p:sp>
      <p:sp>
        <p:nvSpPr>
          <p:cNvPr id="6" name="bullet-marker-2">
            <a:extLst xmlns:a="http://schemas.openxmlformats.org/drawingml/2006/main">
              <a:ext uri="{FF2B5EF4-FFF2-40B4-BE49-F238E27FC236}">
                <a16:creationId xmlns:a16="http://schemas.microsoft.com/office/drawing/2014/main" id="{B2FCF92C-CB2B-4F30-A267-5D20BD272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8E5F4D94-91C3-45A9-A129-5E08FDD7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步骤2：阅读示例代码</a:t>
            </a:r>
          </a:p>
        </p:txBody>
      </p:sp>
      <p:sp>
        <p:nvSpPr>
          <p:cNvPr id="8" name="bullet-marker-3">
            <a:extLst xmlns:a="http://schemas.openxmlformats.org/drawingml/2006/main">
              <a:ext uri="{FF2B5EF4-FFF2-40B4-BE49-F238E27FC236}">
                <a16:creationId xmlns:a16="http://schemas.microsoft.com/office/drawing/2014/main" id="{A2DD058D-29C8-4EE4-83B2-DCF46A39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3902865A-199D-4F5E-9428-9B551D43D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步骤3：使用AI辅助修改代码</a:t>
            </a:r>
          </a:p>
        </p:txBody>
      </p:sp>
      <p:sp>
        <p:nvSpPr>
          <p:cNvPr id="10" name="bullet-marker-4">
            <a:extLst xmlns:a="http://schemas.openxmlformats.org/drawingml/2006/main">
              <a:ext uri="{FF2B5EF4-FFF2-40B4-BE49-F238E27FC236}">
                <a16:creationId xmlns:a16="http://schemas.microsoft.com/office/drawing/2014/main" id="{74271EC2-CD7B-49BC-934F-CAD9960D1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34C1B473-2410-4344-825B-B202B7306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步骤4：运行测试验证</a:t>
            </a:r>
          </a:p>
        </p:txBody>
      </p:sp>
      <p:sp>
        <p:nvSpPr>
          <p:cNvPr id="12" name="review-side-rail">
            <a:extLst xmlns:a="http://schemas.openxmlformats.org/drawingml/2006/main">
              <a:ext uri="{FF2B5EF4-FFF2-40B4-BE49-F238E27FC236}">
                <a16:creationId xmlns:a16="http://schemas.microsoft.com/office/drawing/2014/main" id="{776F0E4F-8BEA-4D89-87D9-9530D619E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52600"/>
            <a:ext cx="2343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Review checklist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DSL schema validated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Manual approval required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Real publish disabled</a:t>
            </a:r>
          </a:p>
        </p:txBody>
      </p:sp>
      <p:sp>
        <p:nvSpPr>
          <p:cNvPr id="13" name="footer-3">
            <a:extLst xmlns:a="http://schemas.openxmlformats.org/drawingml/2006/main">
              <a:ext uri="{FF2B5EF4-FFF2-40B4-BE49-F238E27FC236}">
                <a16:creationId xmlns:a16="http://schemas.microsoft.com/office/drawing/2014/main" id="{88588B4C-2355-4DE8-A0E1-FC942F7D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ppt_real_llm_demo · WAITING_REVIEW · 3/5</a:t>
            </a:r>
          </a:p>
        </p:txBody>
      </p:sp>
      <p:sp>
        <p:nvSpPr>
          <p:cNvPr id="14" name="footer-policy-3">
            <a:extLst xmlns:a="http://schemas.openxmlformats.org/drawingml/2006/main">
              <a:ext uri="{FF2B5EF4-FFF2-40B4-BE49-F238E27FC236}">
                <a16:creationId xmlns:a16="http://schemas.microsoft.com/office/drawing/2014/main" id="{01E7173E-9381-4FF6-BB68-6398BB7E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24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reviewRequired=true · autoPublishAllowed=false · realPublish=false</a:t>
            </a:r>
          </a:p>
        </p:txBody>
      </p:sp>
    </p:spTree>
    <p:extLst>
      <p:ext uri="{BB962C8B-B14F-4D97-AF65-F5344CB8AC3E}">
        <p14:creationId xmlns:p14="http://schemas.microsoft.com/office/powerpoint/2010/main" val="122004983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42DCE419-1BED-44E5-909E-2955FE6B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11D4FDC5-B428-40B3-B7E4-639ADA2C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CONTENT · SLIDE 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EE31FE4-3E27-442C-9A55-4B887B122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核心技能实践</a:t>
            </a:r>
          </a:p>
        </p:txBody>
      </p:sp>
      <p:sp>
        <p:nvSpPr>
          <p:cNvPr id="4" name="bullet-marker-1">
            <a:extLst xmlns:a="http://schemas.openxmlformats.org/drawingml/2006/main">
              <a:ext uri="{FF2B5EF4-FFF2-40B4-BE49-F238E27FC236}">
                <a16:creationId xmlns:a16="http://schemas.microsoft.com/office/drawing/2014/main" id="{01D0BD7B-E009-4249-BBFA-6795DA37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9D1AC967-6706-449D-B03F-241113FC6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环境准备：验证Python等运行时</a:t>
            </a:r>
          </a:p>
        </p:txBody>
      </p:sp>
      <p:sp>
        <p:nvSpPr>
          <p:cNvPr id="6" name="bullet-marker-2">
            <a:extLst xmlns:a="http://schemas.openxmlformats.org/drawingml/2006/main">
              <a:ext uri="{FF2B5EF4-FFF2-40B4-BE49-F238E27FC236}">
                <a16:creationId xmlns:a16="http://schemas.microsoft.com/office/drawing/2014/main" id="{8B6ACE47-7A7D-41F5-B6BD-9997A399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01C3AD49-6F7F-4EB6-877A-0A9AD0FA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需求定义：为函数添加类型提示、优化变量命名</a:t>
            </a:r>
          </a:p>
        </p:txBody>
      </p:sp>
      <p:sp>
        <p:nvSpPr>
          <p:cNvPr id="8" name="bullet-marker-3">
            <a:extLst xmlns:a="http://schemas.openxmlformats.org/drawingml/2006/main">
              <a:ext uri="{FF2B5EF4-FFF2-40B4-BE49-F238E27FC236}">
                <a16:creationId xmlns:a16="http://schemas.microsoft.com/office/drawing/2014/main" id="{3FBF36F9-9B9B-4A86-A925-C45B90FFC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C2BFBB4C-72C3-4BD9-8EC3-C4D39AA35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AI协作：编写清晰的提示词(Prompt)</a:t>
            </a:r>
          </a:p>
        </p:txBody>
      </p:sp>
      <p:sp>
        <p:nvSpPr>
          <p:cNvPr id="10" name="bullet-marker-4">
            <a:extLst xmlns:a="http://schemas.openxmlformats.org/drawingml/2006/main">
              <a:ext uri="{FF2B5EF4-FFF2-40B4-BE49-F238E27FC236}">
                <a16:creationId xmlns:a16="http://schemas.microsoft.com/office/drawing/2014/main" id="{CC65A854-10DF-4C60-B875-613F529A2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338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bullet-text-4">
            <a:extLst xmlns:a="http://schemas.openxmlformats.org/drawingml/2006/main">
              <a:ext uri="{FF2B5EF4-FFF2-40B4-BE49-F238E27FC236}">
                <a16:creationId xmlns:a16="http://schemas.microsoft.com/office/drawing/2014/main" id="{ACEBB892-723A-4BA5-830D-F98A1850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385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质量保证：通过测试用例验证修改</a:t>
            </a:r>
          </a:p>
        </p:txBody>
      </p:sp>
      <p:sp>
        <p:nvSpPr>
          <p:cNvPr id="12" name="review-side-rail">
            <a:extLst xmlns:a="http://schemas.openxmlformats.org/drawingml/2006/main">
              <a:ext uri="{FF2B5EF4-FFF2-40B4-BE49-F238E27FC236}">
                <a16:creationId xmlns:a16="http://schemas.microsoft.com/office/drawing/2014/main" id="{75DC72A5-EAC3-4704-805D-DFFC6593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52600"/>
            <a:ext cx="2343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Review checklist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DSL schema validated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Manual approval required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Real publish disabled</a:t>
            </a:r>
          </a:p>
        </p:txBody>
      </p:sp>
      <p:sp>
        <p:nvSpPr>
          <p:cNvPr id="13" name="footer-4">
            <a:extLst xmlns:a="http://schemas.openxmlformats.org/drawingml/2006/main">
              <a:ext uri="{FF2B5EF4-FFF2-40B4-BE49-F238E27FC236}">
                <a16:creationId xmlns:a16="http://schemas.microsoft.com/office/drawing/2014/main" id="{0B68E27A-BA34-4C14-BD6C-6E49B622C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ppt_real_llm_demo · WAITING_REVIEW · 4/5</a:t>
            </a:r>
          </a:p>
        </p:txBody>
      </p:sp>
      <p:sp>
        <p:nvSpPr>
          <p:cNvPr id="14" name="footer-policy-4">
            <a:extLst xmlns:a="http://schemas.openxmlformats.org/drawingml/2006/main">
              <a:ext uri="{FF2B5EF4-FFF2-40B4-BE49-F238E27FC236}">
                <a16:creationId xmlns:a16="http://schemas.microsoft.com/office/drawing/2014/main" id="{97C94C33-F858-4FC4-BC8E-0826388A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24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reviewRequired=true · autoPublishAllowed=false · realPublish=false</a:t>
            </a:r>
          </a:p>
        </p:txBody>
      </p:sp>
    </p:spTree>
    <p:extLst>
      <p:ext uri="{BB962C8B-B14F-4D97-AF65-F5344CB8AC3E}">
        <p14:creationId xmlns:p14="http://schemas.microsoft.com/office/powerpoint/2010/main" val="5032488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slide-background">
            <a:extLst xmlns:a="http://schemas.openxmlformats.org/drawingml/2006/main">
              <a:ext uri="{FF2B5EF4-FFF2-40B4-BE49-F238E27FC236}">
                <a16:creationId xmlns:a16="http://schemas.microsoft.com/office/drawing/2014/main" id="{146DED71-5668-4B59-AE34-4B8379F6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A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8903C3A5-7BE6-4275-8669-4ADD0FE2B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000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SUMMARY · SLIDE 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C0C5FF-0D6A-4B1C-9F0F-428DD374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800100"/>
            <a:ext cx="8953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72033"/>
                </a:solidFill>
                <a:latin typeface="Aptos Display"/>
                <a:ea typeface="Aptos Display"/>
                <a:cs typeface="Aptos Display"/>
              </a:rPr>
              <a:t>总结与回顾</a:t>
            </a:r>
          </a:p>
        </p:txBody>
      </p:sp>
      <p:sp>
        <p:nvSpPr>
          <p:cNvPr id="4" name="bullet-marker-1">
            <a:extLst xmlns:a="http://schemas.openxmlformats.org/drawingml/2006/main">
              <a:ext uri="{FF2B5EF4-FFF2-40B4-BE49-F238E27FC236}">
                <a16:creationId xmlns:a16="http://schemas.microsoft.com/office/drawing/2014/main" id="{3141CF2B-C9FC-4FBD-8080-5B51652B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050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bullet-text-1">
            <a:extLst xmlns:a="http://schemas.openxmlformats.org/drawingml/2006/main">
              <a:ext uri="{FF2B5EF4-FFF2-40B4-BE49-F238E27FC236}">
                <a16:creationId xmlns:a16="http://schemas.microsoft.com/office/drawing/2014/main" id="{FDCED6E6-6F41-4DCB-8137-AFA8239AB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097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AI助手能显著提升代码修改效率与质量</a:t>
            </a:r>
          </a:p>
        </p:txBody>
      </p:sp>
      <p:sp>
        <p:nvSpPr>
          <p:cNvPr id="6" name="bullet-marker-2">
            <a:extLst xmlns:a="http://schemas.openxmlformats.org/drawingml/2006/main">
              <a:ext uri="{FF2B5EF4-FFF2-40B4-BE49-F238E27FC236}">
                <a16:creationId xmlns:a16="http://schemas.microsoft.com/office/drawing/2014/main" id="{1C555C98-FAE5-4931-8C3F-A8B09000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bullet-text-2">
            <a:extLst xmlns:a="http://schemas.openxmlformats.org/drawingml/2006/main">
              <a:ext uri="{FF2B5EF4-FFF2-40B4-BE49-F238E27FC236}">
                <a16:creationId xmlns:a16="http://schemas.microsoft.com/office/drawing/2014/main" id="{CD659E11-AD86-4617-8DC2-1AA118418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清晰的需求描述是有效协作的关键</a:t>
            </a:r>
          </a:p>
        </p:txBody>
      </p:sp>
      <p:sp>
        <p:nvSpPr>
          <p:cNvPr id="8" name="bullet-marker-3">
            <a:extLst xmlns:a="http://schemas.openxmlformats.org/drawingml/2006/main">
              <a:ext uri="{FF2B5EF4-FFF2-40B4-BE49-F238E27FC236}">
                <a16:creationId xmlns:a16="http://schemas.microsoft.com/office/drawing/2014/main" id="{48F7F217-09B6-41B6-90FD-9801CD69F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24200"/>
            <a:ext cx="104775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bullet-text-3">
            <a:extLst xmlns:a="http://schemas.openxmlformats.org/drawingml/2006/main">
              <a:ext uri="{FF2B5EF4-FFF2-40B4-BE49-F238E27FC236}">
                <a16:creationId xmlns:a16="http://schemas.microsoft.com/office/drawing/2014/main" id="{1E8C940E-9225-473E-9B1E-0A6C48AF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28950"/>
            <a:ext cx="7905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测试验证是确保代码安全的必要步骤</a:t>
            </a:r>
          </a:p>
        </p:txBody>
      </p:sp>
      <p:sp>
        <p:nvSpPr>
          <p:cNvPr id="10" name="review-side-rail">
            <a:extLst xmlns:a="http://schemas.openxmlformats.org/drawingml/2006/main">
              <a:ext uri="{FF2B5EF4-FFF2-40B4-BE49-F238E27FC236}">
                <a16:creationId xmlns:a16="http://schemas.microsoft.com/office/drawing/2014/main" id="{9885E8B3-7F4E-4A37-A314-33AE8F6BB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752600"/>
            <a:ext cx="23431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8F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171450" tIns="171450" rIns="171450" bIns="17145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Review checklist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DSL schema validated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Manual approval required</a:t>
            </a:r>
          </a:p>
          <a:p xmlns:a="http://schemas.openxmlformats.org/drawingml/2006/main">
            <a:pPr algn="l">
              <a:defRPr sz="1350" b="0">
                <a:solidFill>
                  <a:srgbClr val="17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33"/>
                </a:solidFill>
                <a:latin typeface="Aptos"/>
                <a:ea typeface="Aptos"/>
                <a:cs typeface="Aptos"/>
              </a:rPr>
              <a:t>- Real publish disabled</a:t>
            </a:r>
          </a:p>
        </p:txBody>
      </p:sp>
      <p:sp>
        <p:nvSpPr>
          <p:cNvPr id="11" name="footer-5">
            <a:extLst xmlns:a="http://schemas.openxmlformats.org/drawingml/2006/main">
              <a:ext uri="{FF2B5EF4-FFF2-40B4-BE49-F238E27FC236}">
                <a16:creationId xmlns:a16="http://schemas.microsoft.com/office/drawing/2014/main" id="{372222B1-9C7B-4330-B1D9-098D49A7F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246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ppt_real_llm_demo · WAITING_REVIEW · 5/5</a:t>
            </a:r>
          </a:p>
        </p:txBody>
      </p:sp>
      <p:sp>
        <p:nvSpPr>
          <p:cNvPr id="12" name="footer-policy-5">
            <a:extLst xmlns:a="http://schemas.openxmlformats.org/drawingml/2006/main">
              <a:ext uri="{FF2B5EF4-FFF2-40B4-BE49-F238E27FC236}">
                <a16:creationId xmlns:a16="http://schemas.microsoft.com/office/drawing/2014/main" id="{564AB698-5FAF-474D-B41E-684F73E9F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6324600"/>
            <a:ext cx="3238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085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085"/>
                </a:solidFill>
                <a:latin typeface="Aptos"/>
                <a:ea typeface="Aptos"/>
                <a:cs typeface="Aptos"/>
              </a:rPr>
              <a:t>reviewRequired=true · autoPublishAllowed=false · realPublish=false</a:t>
            </a:r>
          </a:p>
        </p:txBody>
      </p:sp>
    </p:spTree>
    <p:extLst>
      <p:ext uri="{BB962C8B-B14F-4D97-AF65-F5344CB8AC3E}">
        <p14:creationId xmlns:p14="http://schemas.microsoft.com/office/powerpoint/2010/main" val="1096682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2026-06-08T15:28:14.6550000Z</dcterms:created>
  <dcterms:modified xsi:type="dcterms:W3CDTF">2026-06-08T15:28:14.6550000Z</dcterms:modified>
</coreProperties>
</file>